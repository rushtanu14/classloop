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0f1338d694c90" /><Relationship Type="http://schemas.openxmlformats.org/officeDocument/2006/relationships/extended-properties" Target="/docProps/app.xml" Id="Rbcc2050f2a9044ba" /><Relationship Type="http://schemas.openxmlformats.org/officeDocument/2006/relationships/officeDocument" Target="/ppt/presentation.xml" Id="R17acf7f3b8ed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468eee2d74cdd"/>
  </p:sldMasterIdLst>
  <p:notesMasterIdLst>
    <p:notesMasterId xmlns:r="http://schemas.openxmlformats.org/officeDocument/2006/relationships" r:id="Rd44a3e228fb545da"/>
  </p:notesMasterIdLst>
  <p:sldIdLst>
    <p:sldId xmlns:r="http://schemas.openxmlformats.org/officeDocument/2006/relationships" id="256" r:id="R2e97eb0973fb4ef9"/>
    <p:sldId xmlns:r="http://schemas.openxmlformats.org/officeDocument/2006/relationships" id="257" r:id="Re9456182c7584d58"/>
    <p:sldId xmlns:r="http://schemas.openxmlformats.org/officeDocument/2006/relationships" id="258" r:id="Rd09fe2175a9d4f67"/>
    <p:sldId xmlns:r="http://schemas.openxmlformats.org/officeDocument/2006/relationships" id="259" r:id="R0bf131431b8d4609"/>
    <p:sldId xmlns:r="http://schemas.openxmlformats.org/officeDocument/2006/relationships" id="260" r:id="Rf4583577f34544ea"/>
    <p:sldId xmlns:r="http://schemas.openxmlformats.org/officeDocument/2006/relationships" id="261" r:id="R34e7b1d4c12f4da9"/>
    <p:sldId xmlns:r="http://schemas.openxmlformats.org/officeDocument/2006/relationships" id="262" r:id="Racbceb65ce164940"/>
    <p:sldId xmlns:r="http://schemas.openxmlformats.org/officeDocument/2006/relationships" id="263" r:id="R14cd97660cfe4f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6fadbf4134de9" /><Relationship Type="http://schemas.openxmlformats.org/officeDocument/2006/relationships/slideMaster" Target="/ppt/slideMasters/slideMaster1.xml" Id="R12b468eee2d74cdd" /><Relationship Type="http://schemas.openxmlformats.org/officeDocument/2006/relationships/notesMaster" Target="/ppt/notesMasters/notesMaster1.xml" Id="Rd44a3e228fb545da" /><Relationship Type="http://schemas.openxmlformats.org/officeDocument/2006/relationships/presProps" Target="/ppt/presProps.xml" Id="R2971fc0877984d8d" /><Relationship Type="http://schemas.openxmlformats.org/officeDocument/2006/relationships/viewProps" Target="/ppt/viewProps.xml" Id="R8f8d9c9cd082449e" /><Relationship Type="http://schemas.openxmlformats.org/officeDocument/2006/relationships/tableStyles" Target="/ppt/tableStyles.xml" Id="R71dde28d29824ef4" /><Relationship Type="http://schemas.openxmlformats.org/officeDocument/2006/relationships/slide" Target="/ppt/slides/slide1.xml" Id="R2e97eb0973fb4ef9" /><Relationship Type="http://schemas.openxmlformats.org/officeDocument/2006/relationships/slide" Target="/ppt/slides/slide2.xml" Id="Re9456182c7584d58" /><Relationship Type="http://schemas.openxmlformats.org/officeDocument/2006/relationships/slide" Target="/ppt/slides/slide3.xml" Id="Rd09fe2175a9d4f67" /><Relationship Type="http://schemas.openxmlformats.org/officeDocument/2006/relationships/slide" Target="/ppt/slides/slide4.xml" Id="R0bf131431b8d4609" /><Relationship Type="http://schemas.openxmlformats.org/officeDocument/2006/relationships/slide" Target="/ppt/slides/slide5.xml" Id="Rf4583577f34544ea" /><Relationship Type="http://schemas.openxmlformats.org/officeDocument/2006/relationships/slide" Target="/ppt/slides/slide6.xml" Id="R34e7b1d4c12f4da9" /><Relationship Type="http://schemas.openxmlformats.org/officeDocument/2006/relationships/slide" Target="/ppt/slides/slide7.xml" Id="Racbceb65ce164940" /><Relationship Type="http://schemas.openxmlformats.org/officeDocument/2006/relationships/slide" Target="/ppt/slides/slide8.xml" Id="R14cd97660cfe4f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f6ff10d39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0fed7045e47fc" /><Relationship Type="http://schemas.openxmlformats.org/officeDocument/2006/relationships/notesMaster" Target="/ppt/notesMasters/notesMaster1.xml" Id="R1d161ffd69e8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edb966f334627" /><Relationship Type="http://schemas.openxmlformats.org/officeDocument/2006/relationships/notesMaster" Target="/ppt/notesMasters/notesMaster1.xml" Id="R4d78f8970d8b49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ac3da7174425c" /><Relationship Type="http://schemas.openxmlformats.org/officeDocument/2006/relationships/notesMaster" Target="/ppt/notesMasters/notesMaster1.xml" Id="Ra468822a2826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5ab9bf08604af8" /><Relationship Type="http://schemas.openxmlformats.org/officeDocument/2006/relationships/notesMaster" Target="/ppt/notesMasters/notesMaster1.xml" Id="Rcfb249992afe47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c15d8f41f44b05" /><Relationship Type="http://schemas.openxmlformats.org/officeDocument/2006/relationships/notesMaster" Target="/ppt/notesMasters/notesMaster1.xml" Id="Rb37d2fae148045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cb23f0c3c4b55" /><Relationship Type="http://schemas.openxmlformats.org/officeDocument/2006/relationships/notesMaster" Target="/ppt/notesMasters/notesMaster1.xml" Id="Rc4368d80fa4d49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3ed80083a428e" /><Relationship Type="http://schemas.openxmlformats.org/officeDocument/2006/relationships/notesMaster" Target="/ppt/notesMasters/notesMaster1.xml" Id="R1e7e776cbad3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150274c82e4309" /><Relationship Type="http://schemas.openxmlformats.org/officeDocument/2006/relationships/notesMaster" Target="/ppt/notesMasters/notesMaster1.xml" Id="R3a6acd9c523d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bd8cdec0e40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15d6399f44418" /><Relationship Type="http://schemas.openxmlformats.org/officeDocument/2006/relationships/slideLayout" Target="/ppt/slideLayouts/slideLayout1.xml" Id="R18d8666ee54b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8666ee54b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baec042394f09" /><Relationship Type="http://schemas.openxmlformats.org/officeDocument/2006/relationships/notesSlide" Target="/ppt/notesSlides/notesSlide1.xml" Id="Rc2b937684899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83e0a08384b94" /><Relationship Type="http://schemas.openxmlformats.org/officeDocument/2006/relationships/notesSlide" Target="/ppt/notesSlides/notesSlide2.xml" Id="R50cd91fc06c5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f995e54524eef" /><Relationship Type="http://schemas.openxmlformats.org/officeDocument/2006/relationships/notesSlide" Target="/ppt/notesSlides/notesSlide3.xml" Id="R43f533e920d8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0be980d2f4dca" /><Relationship Type="http://schemas.openxmlformats.org/officeDocument/2006/relationships/notesSlide" Target="/ppt/notesSlides/notesSlide4.xml" Id="Rb2a4a9dd7c3749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763dc0c3496a" /><Relationship Type="http://schemas.openxmlformats.org/officeDocument/2006/relationships/notesSlide" Target="/ppt/notesSlides/notesSlide5.xml" Id="R13f1af579bcc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0b5d06154468c" /><Relationship Type="http://schemas.openxmlformats.org/officeDocument/2006/relationships/notesSlide" Target="/ppt/notesSlides/notesSlide6.xml" Id="Raf42fff88ae243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1b0aa7a544651" /><Relationship Type="http://schemas.openxmlformats.org/officeDocument/2006/relationships/notesSlide" Target="/ppt/notesSlides/notesSlide7.xml" Id="R1b89c00df899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8bd1d3b24b4c" /><Relationship Type="http://schemas.openxmlformats.org/officeDocument/2006/relationships/notesSlide" Target="/ppt/notesSlides/notesSlide8.xml" Id="Reeed5cbe487549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1163D-AB3C-46DD-939F-F34D668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85A96-8662-4385-910B-277F6E3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53D5-161D-4DC8-805F-98694C5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29281-334F-44EB-A146-E7C07B2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168A2-8517-4120-808B-F4B68A8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PRODUCT NORTH 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F6EF3-D09F-446B-ACAA-4796998E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ClassLoop is the teacher assistant for after-class follow-through.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5FED2-1BE8-498D-8622-DDCFD8C0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 starter promo deck for explaining the product, finding beta teachers, and turning the first channel into proof instead of polish.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D21FB-8E22-4B44-8E8A-BA47EB1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E8F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A08B7-58F6-41EE-AD8D-10494F1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Live demo: classloop-followup.vercel.app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4FB0F-C2B5-4C5D-A1DE-13976F6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A22B8-B400-4EED-9DA2-B57F35B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24275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Sample demo first, desktop for real class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3D1C8-6CD5-4E4F-BC1B-68BDE0A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8CF8D-641D-449E-826C-AB5A35DC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90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5C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EC88E-D489-46B5-8618-E68DEAD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954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Transcript soup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5B94F-B170-4145-9681-48CA90D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Roster names, chat fragments, resource links, missing work, and notes scattered after class.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77FC2-3D05-417A-B065-1CFB7B9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3238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7E7A5-DCA9-47FF-84DD-0FDA7351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0362D-B61A-416C-AA46-EE833DE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 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5AA3E-E047-490C-99E8-AC7AEE28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FE4"/>
                </a:solidFill>
                <a:latin typeface="Aptos"/>
                <a:ea typeface="Aptos"/>
                <a:cs typeface="Aptos"/>
              </a:rPr>
              <a:t>Teacher-reviewed recap, tasks, resources, due dates, and completion check-ins.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1EC0B-766D-4912-BB13-FAB3034D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6D525-C770-461A-9C80-F74DF5D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ClassLoop growth kit and README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F3D32-7C43-4DE8-9750-747BB1B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40790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657C6-881B-4F23-A2EB-A62FB05C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5B613-D873-4126-B1AE-8212632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6999A-4514-457F-ABF0-EEC11FC8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EB282-75DE-4DF5-A7EE-82BB927F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9F38B-8AC9-48B3-A49F-7F28804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TEACHER 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1690-294C-48AD-82A0-58161503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The work starts after class ends.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9695E-88A0-4509-9675-27A5AA24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Teachers already know what happened. The slow part is turning class memory into clean, student-specific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2CE99-5646-4D88-B5F7-2025A9F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447675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4E669-212A-4476-9DDD-1B20DA59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After-class cleanup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8F45C-0F5C-4AF7-99F8-7E8F72D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Find the useful moments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110AA-AF3D-4195-A187-D9C73532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8969C-9DCD-493A-9825-0DBAD622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22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911DC-B23C-4E50-990A-581A1718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transcript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1773A-053D-4823-8773-898AF28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Match people to roster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FC439-2401-4DD1-B717-3EB805E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3B2C5-3CEC-4110-9BDC-A1EB0504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DFCE7-1487-4CE0-BF7F-DBC4093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FDBEB-654C-4F69-A1C6-A809637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Rewrite 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FFE64-B578-4B05-A277-FF32F563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358CD-BD0D-47C7-B59A-FAFC3199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028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EA0A2-9F35-4E34-B37D-4BD25A0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27A95-9819-453B-972A-1AE49EA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Send and track 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9FFBB-45DA-4539-AFB9-18F25C1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BAC32-6760-428F-B010-0362F7CE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1638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EE93D-2CD8-4C58-94AF-D02BE208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67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4785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47857"/>
                </a:solidFill>
                <a:latin typeface="Aptos Mono"/>
                <a:ea typeface="Aptos Mono"/>
                <a:cs typeface="Aptos Mono"/>
              </a:rPr>
              <a:t>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68D09B-AE6F-4788-8CA1-5FA13DF8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4049B-998D-448E-A7ED-06684FCB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wedge is not note taking.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2E708-CA00-466A-9146-04B283F6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FE4"/>
                </a:solidFill>
                <a:latin typeface="Aptos"/>
                <a:ea typeface="Aptos"/>
                <a:cs typeface="Aptos"/>
              </a:rPr>
              <a:t>It is the boring follow-through teachers still do after the transcript exists.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06685-F3B8-45A9-9E6D-BAF7716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docs/classloop-growth-kit.md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A8CD69-48E9-47EA-AB86-99D5440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1445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8EB81-E26D-4908-A8A2-F4CADD9F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0F6C1-0341-4F6C-83F5-7B019C68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B49B-AFD1-4597-B394-029476F2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D8931-63A9-40AB-9EC8-A837EDA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907F-625E-41BB-BF3B-32AC7BF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PRODUCT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D5049-D402-4257-937D-A907FE3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ClassLoop turns messy inputs into reviewable student follow-ups.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6245D-6F38-4393-8163-73A1859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457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1C7F8-480E-4AA8-A5C9-8C33FD96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3B415-7EE5-44A6-A2F8-01CBA26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2D059-F336-405F-9D99-19A1EFC6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81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01635-C526-4CA9-AEB8-73F66695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Transcript, notes, roster, and links enter one reviewable draft.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527EE-4F5F-4BE3-8DF7-BBFA9F8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2457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46E01-24D9-4F0A-93D7-F8AF9D10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3A4A1-ACBC-4620-9D15-47979C2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2B64D-0B22-4314-876F-62B44E19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81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33938-5A9E-4DEF-8076-E4ADF679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Teacher checks matches, warnings, recap, tasks, resources, and student previews.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BFAF3-BEAB-4096-AA81-22FFB63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457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285F9-E089-4741-AD0C-54A07FC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085CC-7FB6-4C9D-B88E-F8C634BE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DC43F-C647-457A-93FC-3D6839E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81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1E92C-32D9-4060-8A40-D5228A25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Students see approved follow-ups, not teacher-only support analytics.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55E24-9ADD-40A7-B55F-C4BD3C0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114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C685A-C91C-4AE0-BA0F-45CE7B3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36D06-89FB-4557-A0E5-EBBC788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4785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4785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92824-DBD5-49B2-8163-D1EDFB4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812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Track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39282-A209-4E4B-91DD-A2AA686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955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Completion check-ins tell the teacher what needs attention.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35D96-5F6B-4CBC-AFEA-14DD8B5B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16C08-C1CF-4DA0-9404-18281B64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28900"/>
            <a:ext cx="95250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2CF21-ACF7-4BF8-972E-AB217677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99642A-F955-4841-9917-51706A3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95250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E184A-D78F-450A-A127-11B9D955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915EE-A089-47FE-A6B4-A6CE4B2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95250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FA95F5-84E7-4725-93C4-3CF4774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062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570C0-3744-40B2-9AA1-F12259FD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The transformation moment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F5B62B-B337-45D3-8D1B-328AE42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655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 teacher should see raw class mess become a clean dashboard and one student-specific next step in under a minute.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7F3F53-1F8C-43AA-946F-0C02E16A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ClassLoop public beta packet and growth 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C7841-97FA-437F-9A29-0A9D2379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0907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37C9D-A496-40FB-A877-BA08B8F8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F1341-D01B-486F-A782-54842E0D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8AB75-EE84-4DEF-9F2F-DFA51E4B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ASSISTANT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50CD5-BD88-4BBA-B9FD-2A931A30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assistant loop is bigger than one generated recap.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837A4-96AB-4418-9CE9-05CB1B9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FE4"/>
                </a:solidFill>
                <a:latin typeface="Aptos"/>
                <a:ea typeface="Aptos"/>
                <a:cs typeface="Aptos"/>
              </a:rPr>
              <a:t>The long-term product should remember what needs attention, draft the next action, and keep teacher approval as the trust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EB282-9BF7-41F3-8A7A-9091437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5725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1759-09C3-4B5A-8147-143B624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Review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E191D-C354-4460-A392-CA30B232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28750"/>
            <a:ext cx="1990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Unmatched speakers, risky tasks, missing emails, duplicate names, and private-message warnings.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0A849-D580-4328-9641-C17BC91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E8F5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236E7-4749-49DB-B4C3-B4D1C10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Follow-up composer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0F13-B4D2-4F4E-A115-9ED3620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990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Drafts student notes and class summaries from approved session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16AC-C3B9-4AD2-A9C0-F08593EC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EF357-687B-4E89-B0C2-88E4DF07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Reminder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19D21-003B-4100-9FAC-2B1321A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90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Finds incomplete tasks and prepares teacher-approved nudges.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8658-B008-4EAC-B9F3-64E5DB46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E8F5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E9F60-805D-4CBE-9B6A-0FC12D0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Feedback inbox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AF24E-5B7A-46FD-BBC4-99CB018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1990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Routes usefulness ratings and teacher notes to product feedback.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A7BB1-936F-41A0-8233-601EAE8F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34FE0-7944-4F7F-A808-F036C49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56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Teacher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390BE-08D1-4F9D-BED8-DCCABFD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8F5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8F5EE"/>
                </a:solidFill>
                <a:latin typeface="Aptos"/>
                <a:ea typeface="Aptos"/>
                <a:cs typeface="Aptos"/>
              </a:rPr>
              <a:t>stays in the center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3E1C0-69CE-4660-8189-736C788E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7E2FC-5847-4609-87A8-0BBACA6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F6052-9EEB-48E0-BCDC-C5FE91C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671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1C0AE-1F6C-40D8-B5E5-71E7404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2798D-E78A-4580-80A9-D1ADB276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docs/classloop-growth-kit.md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BB54A-1578-4902-9D5C-84D1451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47029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5B9F1-9FD7-420A-BB5F-FFF1649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FB102-F1E1-400D-B656-1FB30C5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21ADA-E1FE-4B10-A246-EC45A7A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4E27D-5966-4710-A4BF-EFEEA735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41DD2-3A2B-4902-AEBA-194C7169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STUDENT CLARITY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07292-9B07-4776-855D-4013AFA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Students get clear next steps without seeing teacher analytics.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D7415-E5A5-4B8F-87AD-E98A3DE8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90600"/>
            <a:ext cx="3238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BCE4-A974-40C8-B9F9-2C6A8FF2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573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STUDENT DASHBOARD MOCK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235EE-218B-423D-BBB5-C118120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Maya's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EBC5-BF8C-4BAA-8B40-5A422300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29B89-04CD-4CBA-90BB-BF4BBBE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Due Thursday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09284-F94A-42FC-BB8F-EE012791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B47A8-4DB8-4F86-B684-C7DB6B6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9FF88-3C9D-4F12-9527-862420E2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8C9C2-9F85-475F-B274-B86C42A8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Recap: Algorithms need precise instructions.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DE978-A995-4E50-9A55-963F2F50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Next: Finish the worksheet and review the decomposition video before the next class.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13FF0-B53D-43E0-A34D-BCDC09B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A7C97-4C34-46D8-9493-C9D09B6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148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 working / 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3A6AA-4071-4FA0-A49D-2203A09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57F3D-B100-4BF4-AC90-87AFC95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Student screens answer: what happened, what I owe, what helps.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18E5A-5E7F-4150-A805-1744BF51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C1A9E-E03A-40AF-B417-D01F742F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Teacher screens stay private: participation, warnings, and support signals.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2DEB9-F009-42B2-A69B-38D64DE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05E78-5250-47A2-8CC0-4942826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The product should feel helpful, not like a ranking board or another LMS chore.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24A38-3EEF-473A-AD6E-384F5A71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README and public beta packet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103F8-E592-4E79-9B38-E995EFF7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23071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98EE8-128E-4AD9-B853-5E2AC509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E9199-75D6-4F5F-BB34-96D3F7E4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FBFD-C571-493F-B874-BC548FB2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E1A8-AAF4-4C9B-A016-78380568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5C36A-6F26-48C6-92C0-C124C72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FIRST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CC0B-6BD4-4E2A-97F1-DF998286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The first growth loop should create proof, not polished 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12B04-48E0-4EEB-B7EB-656D408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Start with transformation clips: messy input, reviewable teacher dashboard, and one student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BF0E-35CC-4420-A866-C76FD050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9525">
            <a:solidFill>
              <a:srgbClr val="142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A731E-B91C-48A4-A6A9-BA40A829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Short clip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1E61B-F713-4D1E-A681-A26FA904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FE4"/>
                </a:solidFill>
                <a:latin typeface="Aptos"/>
                <a:ea typeface="Aptos"/>
                <a:cs typeface="Aptos"/>
              </a:rPr>
              <a:t>Teacher pain hook plus product doing the boring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36610-3A4A-41E7-8C8E-AFD29752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7EDE8-4012-41C2-870D-692B66A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241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Demo 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5ED1B-1878-4CEC-BEA1-CAA4E76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Viewer tries sample account or asks to beta 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A05BA-D0CC-4B9F-933F-CEF2B948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E8F5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FB376-0A61-446B-8C9A-743CC97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Teacher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CC8F7-F160-441F-B5F0-E0AB7A1D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Capture wrong matches, missing actions, and trust blockers.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1841A-15C2-48EC-BB45-0188877C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B05F5-51B1-496A-B117-A92943F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Product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DCC86-3D50-42E5-9F69-E59FAA8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Turn repeated feedback into a concrete product slice.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E63D3-E8A0-4ED6-B645-CA4AFE4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BA835-C15B-44E6-B08F-38833DD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053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Proof 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5808A-CB53-47C8-80C9-629784A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Show before/after improvement and ask for the next tester.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5FA7E-C65E-48A7-815A-1080873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A8B9C-850A-4778-A8F4-370F3627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053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Referral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24365-3F2D-420B-B7EF-23C1395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9112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Teachers and tutors share workflows that hurt.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F64D0-9EF6-4110-AE47-07D3DF7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3A88A-49CB-4B39-ACFB-16862560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64C9C-2909-4515-B7F6-965E1FE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058BE-BCCE-462A-8FF7-E67AB2A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0FBFE-ED08-46B9-83DD-4D74F70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81FD3-3BF7-4F9D-B1DE-203DC125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006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710D1-3F4A-45B1-B833-457DB11D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docs/classloop-growth-kit.md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001F99-FC96-42EE-AC15-02A693A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39250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6C549-268C-4DEF-865B-E40B014E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ED2BD-F820-4759-B9F3-3C54271B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C5261-37FF-4AEA-B784-CCA1DD7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B7AD2-3139-4649-BF32-85CA1B46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52722-F37E-4401-A525-2C2E97CE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420C8-E747-4D7C-A26F-FFB208E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Monetization should reward weekly usefulness, not long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0B6DF-AB96-497D-8AD7-A4FCBF9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Granola's public model points to a clean ladder: free core value, paid unlimited/history/integrations, team controls 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E36E9-98F0-4D73-98BB-2EB92DB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7E6EB-9E1E-41ED-ABD1-85697BFF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E5CC3-B445-45E2-8064-72A7368C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5E08F-A77A-4620-AA18-5CCAD45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$0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D7231-DAAE-49B6-8B97-7219D48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Sample demo, transcript import, roster import, student preview, and enough value to test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BE899-8C8C-4D14-83D6-22C5BCF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7AF44-DAC1-42D5-A3A5-8B59862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5560C-BF8A-45DE-88FA-EB198F08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Teacher Pro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8847D-C36A-4204-8017-F1694B32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$3.99/mo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003AD-EE5A-4C67-AEC1-C520957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Unlimited sessions, saved classes, exports, delivery proof, sync, analytics, and richer assistant workflows.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2AA12-D21E-4CB1-A4B0-EC7DE4C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0C62F-705C-4DB2-ABA4-5C28C33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FE45F-67CC-4033-BDA1-1143A8F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School /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07D3E-86EC-4666-BE81-69C7590B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F86C2-1310-4944-97A7-FAEE846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Admin controls, SSO, retention, audit/export, legal review, and district-ready support.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E9001-ECFE-415B-9456-99C538D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C6292-8B5F-4D44-95D5-781F34D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Avoid per-minute pricing early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1D0D7-B345-459A-BDDF-2353C65C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054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A4AC0-CCC4-413D-ADE1-D769CE02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53075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Upgrade moment: history + less cleanup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BE5D3-150A-4D29-ADB0-20BF4CCA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54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E8F5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F2EEF-1D93-42C0-9953-48E0AF5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Teacher trust before school sales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DB70C-23C8-441B-ACAE-1840DB9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Sources: Granola pricing/docs checked 2026-06-01; ClassLoop growth kit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754A8-B929-4D6B-880C-A05483D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9997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4E494-7326-4366-ABEB-0D12020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9BBAF-23FA-402E-B7C3-C763600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D06B5-816F-46AC-8FD3-777D466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BETA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29216-CCC2-40CD-B6CB-A380AFE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step is a 15-minute teacher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65DDE-81D1-4600-80BD-6B6FBEA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FE4"/>
                </a:solidFill>
                <a:latin typeface="Aptos"/>
                <a:ea typeface="Aptos"/>
                <a:cs typeface="Aptos"/>
              </a:rPr>
              <a:t>Keep the ask small: use anonymized data, reach publish preview, and tell us where the assistant gets the workflow wrong.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0151D-7891-4B8F-9963-68E31687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AD23-A2CC-43D0-BF2E-341B36A0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What to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06932-2BD8-4856-921D-23164D1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D66B1-C009-4B4F-818C-DAB8D949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Import transcript, notes, roster, and links.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2BD5A-5B04-423D-B1B2-E81417D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88651-FDDE-485A-A2C3-19E103A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Review warnings and student previews.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A0BD9-57E7-4E2E-B827-6C33F98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B01EE-9A29-4FE1-9497-F537593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Rate trust before any publish/send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B0E97-D84B-4E60-9E4E-9CF0819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4476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8CC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B5B68-468C-443B-A3A9-3F70334F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Proof to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95C5C-F30A-4A04-9649-A77E1637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3A830-9517-46DD-8D2A-E4481B9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338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Bad matches or confusing generated tasks.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37F5C-25F7-4000-B227-DA4630C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592DF-1116-453D-8179-ABCBA089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Time saved and support explanations needed.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83C93-D3A9-4D3B-82D5-846B714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0C6B2-B2D6-475C-A9FD-94F975F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149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1F"/>
                </a:solidFill>
                <a:latin typeface="Aptos"/>
                <a:ea typeface="Aptos"/>
                <a:cs typeface="Aptos"/>
              </a:rPr>
              <a:t>One screenshot-worthy before/after moment.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B8314-177B-4541-A5F2-94AF5D1C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D0393-1D74-47FD-9DDC-5690EB3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Try: https://classloop-followup.vercel.app/#/beta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64115-88F7-411F-91D8-D825698F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102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D3E81-A432-47D8-9B83-334FEDC5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57875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42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11F"/>
                </a:solidFill>
                <a:latin typeface="Aptos"/>
                <a:ea typeface="Aptos"/>
                <a:cs typeface="Aptos"/>
              </a:rPr>
              <a:t>Real class data stays desktop/pilot-only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0750C-5D11-4587-AABE-BC18055C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Source: ClassLoop public beta packet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B0C29-86A9-42E4-AC74-6977AD8F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615C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4865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2026-06-01T20:13:38.7980000Z</dcterms:created>
  <dcterms:modified xsi:type="dcterms:W3CDTF">2026-06-01T20:13:38.7980000Z</dcterms:modified>
</coreProperties>
</file>